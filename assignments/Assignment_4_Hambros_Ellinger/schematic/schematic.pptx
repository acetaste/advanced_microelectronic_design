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275317"/>
    <a:srgbClr val="D1D1D1"/>
    <a:srgbClr val="F4EF88"/>
    <a:srgbClr val="EDE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DD9B-127F-04DB-7335-BE3DEA4B1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1D85B-7D31-685B-2B2D-C110AC167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F0727-D87D-4EBE-2275-E5F75F7B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014DC-C857-66F7-C502-5DF4DDAA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2E924-4FFB-B868-9232-4562CCFD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05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5E7A-4F90-D88B-473D-31CD25BE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C716E-FB80-E8E8-78A3-F1A4842D2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BC9F9-3D67-2556-CCDA-C48BDE34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A9A0-3F12-1ABD-B678-4D4E7B6F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80DF-7B1C-2DBD-61D9-65FFA4FA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0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64BD-68BC-570C-0268-5CE2102C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AF27F-999B-7E64-9A21-47FCAD203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0EE03-B143-5C7A-D0F8-21484893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06D46-B3A7-D58E-CB26-48D035B5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0458-574F-B60D-0946-4903D37A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7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BA03-EC9F-C1D5-8A4A-25ED34FB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719D7-E095-2BB6-88EE-4058F650C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BF7F-3091-06B8-53AA-A75476FFB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BDEE7-8FCA-D3B4-09CD-7B67184F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329A7-ED4F-C4BC-AF10-866F64ED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629F5-90BE-37E0-8B5E-CAD47437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3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50EC-C3F3-60EB-E48F-436082BB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42062-1788-05D9-6699-3E19F4D26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AE01F-754D-0C35-B60E-3D3DED7DF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E0561C-E04E-BA11-09B9-8FD87EDD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BDEA9-EF7E-986F-D4E5-4BDBC3B49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47979-60B7-81CA-7694-02CA9F66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C13EE-1463-DF2A-92D5-B5D45934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6A8B2-2A0B-B980-B856-9C683CCC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7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7BD0-71DB-0C1A-28AB-4AEA48E2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AD24E-1991-1417-A28F-AA2606FD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D6B16-1373-FC8C-FE10-633A8CBD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2D1AE-DFBB-FD5A-5338-6C6311C7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4B0D1-B177-C5CE-5655-E092AB2CE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BD127-7855-9539-3619-6BC5CF99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8C454-BD17-EA62-FCED-70443662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4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FBDA-2368-3E71-2ADD-81C720A2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DBC3F-EE05-72AE-3315-7D5F92909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C0977-7244-02F9-2F61-FF4018220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326C6-747C-D945-751A-086484BD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CAD2F-DDA7-A4FC-A9E7-330EF910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A915D-9B87-1590-A4C3-94F21C41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0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4189-7862-97B3-A79C-17ABEBF5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CB6A1-1D69-439B-3102-2039F3156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F49AA-7792-8FB4-D49E-A730E6448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036DE-4070-EF3F-E652-B044AFD4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919BD-11C1-58CC-C2BB-52EC2026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F5017-5EFF-45B2-8486-4D88128B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0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6344-5D6A-339B-79E9-4F889FA9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F6236-7976-2C1A-6C4E-5F68EAB2E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F5CB4-A406-8697-D496-4D01F1BF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F2CD9-08B5-B568-D798-44613783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83DBA-1389-01A6-13B0-73E41CAA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0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DED227-ABD7-9B33-35F7-73721A0A1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A225D-8331-6A48-469C-AE8946EF4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921-9E22-B606-735E-7DC8586B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90440-1502-ACA8-7259-C1967EB9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55D1-D722-2B1E-0B37-108759E4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4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3276E-D1F5-987C-CDAB-75BC8435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ADBC0-3BC9-625C-F8BB-C0B9743C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4C9D5-8EE2-ED3B-8372-F7A6526F8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5FCC2-7E95-4C29-80A0-5C9EA3E5579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1DD3D-E3E6-35F1-1FD1-C797CA5C29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2870D-180D-CAAC-41A5-48F565308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59EA3-B58B-4959-9EDF-33D54A74B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0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0CEE27-352C-FA8C-3C38-407FE3C9C258}"/>
              </a:ext>
            </a:extLst>
          </p:cNvPr>
          <p:cNvCxnSpPr>
            <a:cxnSpLocks/>
          </p:cNvCxnSpPr>
          <p:nvPr/>
        </p:nvCxnSpPr>
        <p:spPr>
          <a:xfrm>
            <a:off x="6095998" y="0"/>
            <a:ext cx="0" cy="7531194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1D250C-016F-DF80-442C-01081F5226C1}"/>
              </a:ext>
            </a:extLst>
          </p:cNvPr>
          <p:cNvSpPr/>
          <p:nvPr/>
        </p:nvSpPr>
        <p:spPr>
          <a:xfrm>
            <a:off x="3613883" y="1471413"/>
            <a:ext cx="1930661" cy="85725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Communication Task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FF3E57-E09D-0B90-3A9E-4BED44143FEA}"/>
              </a:ext>
            </a:extLst>
          </p:cNvPr>
          <p:cNvSpPr/>
          <p:nvPr/>
        </p:nvSpPr>
        <p:spPr>
          <a:xfrm>
            <a:off x="129693" y="1455543"/>
            <a:ext cx="1860550" cy="85725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Monitor Task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F5F26E-7778-51F7-3D89-65756E9F15A5}"/>
              </a:ext>
            </a:extLst>
          </p:cNvPr>
          <p:cNvGrpSpPr/>
          <p:nvPr/>
        </p:nvGrpSpPr>
        <p:grpSpPr>
          <a:xfrm>
            <a:off x="2215547" y="1409881"/>
            <a:ext cx="1141507" cy="412339"/>
            <a:chOff x="2402260" y="1409882"/>
            <a:chExt cx="1141507" cy="412339"/>
          </a:xfrm>
          <a:solidFill>
            <a:srgbClr val="F4EF88"/>
          </a:solidFill>
        </p:grpSpPr>
        <p:sp>
          <p:nvSpPr>
            <p:cNvPr id="5" name="Flowchart: Direct Access Storage 4">
              <a:extLst>
                <a:ext uri="{FF2B5EF4-FFF2-40B4-BE49-F238E27FC236}">
                  <a16:creationId xmlns:a16="http://schemas.microsoft.com/office/drawing/2014/main" id="{B57BFAB5-A082-5FD0-0062-0FF49B27D998}"/>
                </a:ext>
              </a:extLst>
            </p:cNvPr>
            <p:cNvSpPr/>
            <p:nvPr/>
          </p:nvSpPr>
          <p:spPr>
            <a:xfrm rot="10800000">
              <a:off x="2402260" y="1409882"/>
              <a:ext cx="1141507" cy="412339"/>
            </a:xfrm>
            <a:prstGeom prst="flowChartMagneticDrum">
              <a:avLst/>
            </a:prstGeom>
            <a:grp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E4E732B-064B-3927-52F6-5DC828930A45}"/>
                </a:ext>
              </a:extLst>
            </p:cNvPr>
            <p:cNvCxnSpPr>
              <a:cxnSpLocks/>
              <a:stCxn id="5" idx="3"/>
              <a:endCxn id="5" idx="1"/>
            </p:cNvCxnSpPr>
            <p:nvPr/>
          </p:nvCxnSpPr>
          <p:spPr>
            <a:xfrm>
              <a:off x="2782762" y="1616051"/>
              <a:ext cx="761005" cy="0"/>
            </a:xfrm>
            <a:prstGeom prst="straightConnector1">
              <a:avLst/>
            </a:prstGeom>
            <a:grpFill/>
            <a:ln w="3810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8677A4-8F8F-C5E2-0420-A1D6B6CA78CE}"/>
              </a:ext>
            </a:extLst>
          </p:cNvPr>
          <p:cNvGrpSpPr/>
          <p:nvPr/>
        </p:nvGrpSpPr>
        <p:grpSpPr>
          <a:xfrm rot="10800000">
            <a:off x="2247072" y="1949450"/>
            <a:ext cx="1141507" cy="412339"/>
            <a:chOff x="2402260" y="1409882"/>
            <a:chExt cx="1141507" cy="412339"/>
          </a:xfrm>
          <a:solidFill>
            <a:srgbClr val="F4EF88"/>
          </a:solidFill>
        </p:grpSpPr>
        <p:sp>
          <p:nvSpPr>
            <p:cNvPr id="21" name="Flowchart: Direct Access Storage 20">
              <a:extLst>
                <a:ext uri="{FF2B5EF4-FFF2-40B4-BE49-F238E27FC236}">
                  <a16:creationId xmlns:a16="http://schemas.microsoft.com/office/drawing/2014/main" id="{59548757-5E55-FD7D-9898-B6C5E57A7B18}"/>
                </a:ext>
              </a:extLst>
            </p:cNvPr>
            <p:cNvSpPr/>
            <p:nvPr/>
          </p:nvSpPr>
          <p:spPr>
            <a:xfrm rot="10800000">
              <a:off x="2402260" y="1409882"/>
              <a:ext cx="1141507" cy="412339"/>
            </a:xfrm>
            <a:prstGeom prst="flowChartMagneticDrum">
              <a:avLst/>
            </a:prstGeom>
            <a:grp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9E319D-7182-0777-51CC-756D03B0A8DD}"/>
                </a:ext>
              </a:extLst>
            </p:cNvPr>
            <p:cNvCxnSpPr>
              <a:cxnSpLocks/>
              <a:stCxn id="21" idx="3"/>
              <a:endCxn id="21" idx="1"/>
            </p:cNvCxnSpPr>
            <p:nvPr/>
          </p:nvCxnSpPr>
          <p:spPr>
            <a:xfrm>
              <a:off x="2782762" y="1616051"/>
              <a:ext cx="761005" cy="0"/>
            </a:xfrm>
            <a:prstGeom prst="straightConnector1">
              <a:avLst/>
            </a:prstGeom>
            <a:grpFill/>
            <a:ln w="3810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4A7C4E-E443-9A98-DEAD-7040836C0BA6}"/>
              </a:ext>
            </a:extLst>
          </p:cNvPr>
          <p:cNvGrpSpPr/>
          <p:nvPr/>
        </p:nvGrpSpPr>
        <p:grpSpPr>
          <a:xfrm rot="16200000">
            <a:off x="3747271" y="3058551"/>
            <a:ext cx="1663883" cy="532157"/>
            <a:chOff x="2402260" y="1409882"/>
            <a:chExt cx="1141507" cy="412339"/>
          </a:xfrm>
          <a:solidFill>
            <a:srgbClr val="F4EF88"/>
          </a:solidFill>
        </p:grpSpPr>
        <p:sp>
          <p:nvSpPr>
            <p:cNvPr id="24" name="Flowchart: Direct Access Storage 23">
              <a:extLst>
                <a:ext uri="{FF2B5EF4-FFF2-40B4-BE49-F238E27FC236}">
                  <a16:creationId xmlns:a16="http://schemas.microsoft.com/office/drawing/2014/main" id="{252642E1-CEF0-121D-EE49-F55D07A2B3F6}"/>
                </a:ext>
              </a:extLst>
            </p:cNvPr>
            <p:cNvSpPr/>
            <p:nvPr/>
          </p:nvSpPr>
          <p:spPr>
            <a:xfrm rot="10800000">
              <a:off x="2402260" y="1409882"/>
              <a:ext cx="1141507" cy="412339"/>
            </a:xfrm>
            <a:prstGeom prst="flowChartMagneticDrum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515CC1-3FF7-21F5-45C4-B0BCB4D083EF}"/>
                </a:ext>
              </a:extLst>
            </p:cNvPr>
            <p:cNvCxnSpPr>
              <a:cxnSpLocks/>
              <a:stCxn id="24" idx="3"/>
              <a:endCxn id="24" idx="1"/>
            </p:cNvCxnSpPr>
            <p:nvPr/>
          </p:nvCxnSpPr>
          <p:spPr>
            <a:xfrm>
              <a:off x="2782762" y="1616051"/>
              <a:ext cx="761005" cy="0"/>
            </a:xfrm>
            <a:prstGeom prst="straightConnector1">
              <a:avLst/>
            </a:prstGeom>
            <a:grpFill/>
            <a:ln w="3810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BFA8421-0D69-6911-DBCF-CE642A12D88D}"/>
              </a:ext>
            </a:extLst>
          </p:cNvPr>
          <p:cNvSpPr/>
          <p:nvPr/>
        </p:nvSpPr>
        <p:spPr>
          <a:xfrm>
            <a:off x="3499211" y="3069104"/>
            <a:ext cx="961814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8DBADB-366E-0216-29E8-4E61AB47E738}"/>
              </a:ext>
            </a:extLst>
          </p:cNvPr>
          <p:cNvSpPr/>
          <p:nvPr/>
        </p:nvSpPr>
        <p:spPr>
          <a:xfrm>
            <a:off x="2336917" y="963135"/>
            <a:ext cx="961813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Task info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C045F9-1E9C-203F-65AB-438BD0B25A30}"/>
              </a:ext>
            </a:extLst>
          </p:cNvPr>
          <p:cNvSpPr/>
          <p:nvPr/>
        </p:nvSpPr>
        <p:spPr>
          <a:xfrm>
            <a:off x="2315442" y="2382090"/>
            <a:ext cx="961813" cy="504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 Command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AA7A12-2625-779F-7E81-18901E812DF9}"/>
              </a:ext>
            </a:extLst>
          </p:cNvPr>
          <p:cNvSpPr/>
          <p:nvPr/>
        </p:nvSpPr>
        <p:spPr>
          <a:xfrm>
            <a:off x="6676662" y="1471413"/>
            <a:ext cx="1860550" cy="85725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Production</a:t>
            </a:r>
          </a:p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Manager Task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297625-B9F8-9720-78F4-146E06E39D0C}"/>
              </a:ext>
            </a:extLst>
          </p:cNvPr>
          <p:cNvCxnSpPr>
            <a:cxnSpLocks/>
          </p:cNvCxnSpPr>
          <p:nvPr/>
        </p:nvCxnSpPr>
        <p:spPr>
          <a:xfrm>
            <a:off x="1059968" y="2392675"/>
            <a:ext cx="0" cy="18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C93A801-1506-6F73-CF35-655A2F4B72AB}"/>
              </a:ext>
            </a:extLst>
          </p:cNvPr>
          <p:cNvSpPr/>
          <p:nvPr/>
        </p:nvSpPr>
        <p:spPr>
          <a:xfrm>
            <a:off x="248316" y="3047316"/>
            <a:ext cx="961814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Create &amp;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Delete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C4C8BD2-6441-C53D-FB1C-E83A9B5B664D}"/>
              </a:ext>
            </a:extLst>
          </p:cNvPr>
          <p:cNvSpPr/>
          <p:nvPr/>
        </p:nvSpPr>
        <p:spPr>
          <a:xfrm>
            <a:off x="259772" y="4343523"/>
            <a:ext cx="5296227" cy="856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Producer Tasks</a:t>
            </a:r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8136B75D-1DB2-B979-3762-F08B02E1238F}"/>
              </a:ext>
            </a:extLst>
          </p:cNvPr>
          <p:cNvCxnSpPr>
            <a:cxnSpLocks/>
          </p:cNvCxnSpPr>
          <p:nvPr/>
        </p:nvCxnSpPr>
        <p:spPr>
          <a:xfrm rot="5400000">
            <a:off x="6078000" y="1294675"/>
            <a:ext cx="36000" cy="2160000"/>
          </a:xfrm>
          <a:prstGeom prst="curvedConnector3">
            <a:avLst>
              <a:gd name="adj1" fmla="val 15865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749D809D-25D8-B23C-26D9-F6DC8221435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78000" y="311881"/>
            <a:ext cx="36000" cy="2160000"/>
          </a:xfrm>
          <a:prstGeom prst="curvedConnector3">
            <a:avLst>
              <a:gd name="adj1" fmla="val 1586500"/>
            </a:avLst>
          </a:prstGeom>
          <a:ln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6CC7351-4D3E-FE0D-39E4-E737AF2E12F0}"/>
              </a:ext>
            </a:extLst>
          </p:cNvPr>
          <p:cNvSpPr/>
          <p:nvPr/>
        </p:nvSpPr>
        <p:spPr>
          <a:xfrm>
            <a:off x="5627640" y="316046"/>
            <a:ext cx="961813" cy="50400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Product &amp;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Task info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3141EA4-5DE6-55A5-6C54-A16B1F4FF23A}"/>
              </a:ext>
            </a:extLst>
          </p:cNvPr>
          <p:cNvSpPr/>
          <p:nvPr/>
        </p:nvSpPr>
        <p:spPr>
          <a:xfrm>
            <a:off x="5627640" y="2962416"/>
            <a:ext cx="961813" cy="504000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 command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857F825-28D9-A8D8-3043-4BF720AA0707}"/>
              </a:ext>
            </a:extLst>
          </p:cNvPr>
          <p:cNvSpPr/>
          <p:nvPr/>
        </p:nvSpPr>
        <p:spPr>
          <a:xfrm>
            <a:off x="10212898" y="1471413"/>
            <a:ext cx="1860550" cy="85725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OLED Task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E8754B-B03E-A351-FA41-19247F3D7DF5}"/>
              </a:ext>
            </a:extLst>
          </p:cNvPr>
          <p:cNvSpPr/>
          <p:nvPr/>
        </p:nvSpPr>
        <p:spPr>
          <a:xfrm>
            <a:off x="6676662" y="4343523"/>
            <a:ext cx="1860550" cy="85725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Command Task</a:t>
            </a:r>
          </a:p>
        </p:txBody>
      </p:sp>
      <p:sp>
        <p:nvSpPr>
          <p:cNvPr id="58" name="Arrow: Left-Right 57">
            <a:extLst>
              <a:ext uri="{FF2B5EF4-FFF2-40B4-BE49-F238E27FC236}">
                <a16:creationId xmlns:a16="http://schemas.microsoft.com/office/drawing/2014/main" id="{1D6DA7AD-B603-CA6B-24A1-34A8CDB0A71B}"/>
              </a:ext>
            </a:extLst>
          </p:cNvPr>
          <p:cNvSpPr/>
          <p:nvPr/>
        </p:nvSpPr>
        <p:spPr>
          <a:xfrm>
            <a:off x="5537998" y="1579619"/>
            <a:ext cx="1116000" cy="576000"/>
          </a:xfrm>
          <a:prstGeom prst="leftRightArrow">
            <a:avLst>
              <a:gd name="adj1" fmla="val 52646"/>
              <a:gd name="adj2" fmla="val 50000"/>
            </a:avLst>
          </a:prstGeom>
          <a:solidFill>
            <a:srgbClr val="D1D1D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UART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6E392E1-E06B-DD98-DA65-06B6C9F0C716}"/>
              </a:ext>
            </a:extLst>
          </p:cNvPr>
          <p:cNvGrpSpPr/>
          <p:nvPr/>
        </p:nvGrpSpPr>
        <p:grpSpPr>
          <a:xfrm rot="16200000">
            <a:off x="6780843" y="3080340"/>
            <a:ext cx="1663883" cy="532157"/>
            <a:chOff x="2402260" y="1409882"/>
            <a:chExt cx="1141507" cy="412339"/>
          </a:xfrm>
          <a:solidFill>
            <a:srgbClr val="F4EF88"/>
          </a:solidFill>
        </p:grpSpPr>
        <p:sp>
          <p:nvSpPr>
            <p:cNvPr id="60" name="Flowchart: Direct Access Storage 59">
              <a:extLst>
                <a:ext uri="{FF2B5EF4-FFF2-40B4-BE49-F238E27FC236}">
                  <a16:creationId xmlns:a16="http://schemas.microsoft.com/office/drawing/2014/main" id="{1A7F2C13-9408-3B9E-55C8-726E465E5566}"/>
                </a:ext>
              </a:extLst>
            </p:cNvPr>
            <p:cNvSpPr/>
            <p:nvPr/>
          </p:nvSpPr>
          <p:spPr>
            <a:xfrm rot="10800000">
              <a:off x="2402260" y="1409882"/>
              <a:ext cx="1141507" cy="412339"/>
            </a:xfrm>
            <a:prstGeom prst="flowChartMagneticDrum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3EEE403-A07F-35F4-DC68-C80ED5B7A690}"/>
                </a:ext>
              </a:extLst>
            </p:cNvPr>
            <p:cNvCxnSpPr>
              <a:cxnSpLocks/>
              <a:stCxn id="60" idx="3"/>
              <a:endCxn id="60" idx="1"/>
            </p:cNvCxnSpPr>
            <p:nvPr/>
          </p:nvCxnSpPr>
          <p:spPr>
            <a:xfrm>
              <a:off x="2782762" y="1616051"/>
              <a:ext cx="761005" cy="0"/>
            </a:xfrm>
            <a:prstGeom prst="straightConnector1">
              <a:avLst/>
            </a:prstGeom>
            <a:grpFill/>
            <a:ln w="3810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09911850-FB5D-D4D5-CFF2-7DA0BA376B27}"/>
              </a:ext>
            </a:extLst>
          </p:cNvPr>
          <p:cNvSpPr/>
          <p:nvPr/>
        </p:nvSpPr>
        <p:spPr>
          <a:xfrm>
            <a:off x="7804162" y="3080698"/>
            <a:ext cx="961813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 command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0EBA8C-1386-BA8D-E3E9-FFF365319610}"/>
              </a:ext>
            </a:extLst>
          </p:cNvPr>
          <p:cNvSpPr txBox="1"/>
          <p:nvPr/>
        </p:nvSpPr>
        <p:spPr>
          <a:xfrm>
            <a:off x="1590789" y="128203"/>
            <a:ext cx="2454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47474"/>
                </a:solidFill>
              </a:rPr>
              <a:t>Producer MCU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C24CDC-734B-2EBD-B10A-AB52CA45845F}"/>
              </a:ext>
            </a:extLst>
          </p:cNvPr>
          <p:cNvSpPr txBox="1"/>
          <p:nvPr/>
        </p:nvSpPr>
        <p:spPr>
          <a:xfrm>
            <a:off x="8147138" y="128203"/>
            <a:ext cx="2535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47474"/>
                </a:solidFill>
              </a:rPr>
              <a:t>Visualizer MCU</a:t>
            </a:r>
          </a:p>
        </p:txBody>
      </p:sp>
      <p:grpSp>
        <p:nvGrpSpPr>
          <p:cNvPr id="66" name="Gruppieren 227">
            <a:extLst>
              <a:ext uri="{FF2B5EF4-FFF2-40B4-BE49-F238E27FC236}">
                <a16:creationId xmlns:a16="http://schemas.microsoft.com/office/drawing/2014/main" id="{FB61201C-B4F0-BEA4-18AB-4B48FAFAC0C5}"/>
              </a:ext>
            </a:extLst>
          </p:cNvPr>
          <p:cNvGrpSpPr/>
          <p:nvPr/>
        </p:nvGrpSpPr>
        <p:grpSpPr>
          <a:xfrm>
            <a:off x="10592028" y="4343523"/>
            <a:ext cx="1159607" cy="1754379"/>
            <a:chOff x="2693932" y="3429000"/>
            <a:chExt cx="1159607" cy="1754379"/>
          </a:xfrm>
        </p:grpSpPr>
        <p:grpSp>
          <p:nvGrpSpPr>
            <p:cNvPr id="67" name="Gruppieren 182">
              <a:extLst>
                <a:ext uri="{FF2B5EF4-FFF2-40B4-BE49-F238E27FC236}">
                  <a16:creationId xmlns:a16="http://schemas.microsoft.com/office/drawing/2014/main" id="{E02E5E84-7426-B581-58A3-546FD4471112}"/>
                </a:ext>
              </a:extLst>
            </p:cNvPr>
            <p:cNvGrpSpPr/>
            <p:nvPr/>
          </p:nvGrpSpPr>
          <p:grpSpPr>
            <a:xfrm>
              <a:off x="2693932" y="3429000"/>
              <a:ext cx="1159607" cy="1754379"/>
              <a:chOff x="2693932" y="3429000"/>
              <a:chExt cx="1159607" cy="1754379"/>
            </a:xfrm>
          </p:grpSpPr>
          <p:sp>
            <p:nvSpPr>
              <p:cNvPr id="79" name="Rechteck 16">
                <a:extLst>
                  <a:ext uri="{FF2B5EF4-FFF2-40B4-BE49-F238E27FC236}">
                    <a16:creationId xmlns:a16="http://schemas.microsoft.com/office/drawing/2014/main" id="{759B87DE-F323-6245-5976-C42236221223}"/>
                  </a:ext>
                </a:extLst>
              </p:cNvPr>
              <p:cNvSpPr/>
              <p:nvPr/>
            </p:nvSpPr>
            <p:spPr>
              <a:xfrm>
                <a:off x="2693932" y="3429000"/>
                <a:ext cx="1159607" cy="1754379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  <p:sp>
            <p:nvSpPr>
              <p:cNvPr id="80" name="Rechteck 17">
                <a:extLst>
                  <a:ext uri="{FF2B5EF4-FFF2-40B4-BE49-F238E27FC236}">
                    <a16:creationId xmlns:a16="http://schemas.microsoft.com/office/drawing/2014/main" id="{24687CA2-3067-4E64-E6A5-DF58C2A2A74E}"/>
                  </a:ext>
                </a:extLst>
              </p:cNvPr>
              <p:cNvSpPr/>
              <p:nvPr/>
            </p:nvSpPr>
            <p:spPr>
              <a:xfrm>
                <a:off x="2769038" y="3515888"/>
                <a:ext cx="1009387" cy="90483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noProof="0" dirty="0"/>
              </a:p>
            </p:txBody>
          </p:sp>
        </p:grpSp>
        <p:sp>
          <p:nvSpPr>
            <p:cNvPr id="68" name="Textfeld 20">
              <a:extLst>
                <a:ext uri="{FF2B5EF4-FFF2-40B4-BE49-F238E27FC236}">
                  <a16:creationId xmlns:a16="http://schemas.microsoft.com/office/drawing/2014/main" id="{C8C54693-A39B-C679-8A5E-F48D47D9D103}"/>
                </a:ext>
              </a:extLst>
            </p:cNvPr>
            <p:cNvSpPr txBox="1"/>
            <p:nvPr/>
          </p:nvSpPr>
          <p:spPr>
            <a:xfrm>
              <a:off x="2784722" y="4571217"/>
              <a:ext cx="978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400" noProof="0" dirty="0"/>
                <a:t>OLED</a:t>
              </a:r>
              <a:endParaRPr lang="en-AU" noProof="0" dirty="0"/>
            </a:p>
          </p:txBody>
        </p:sp>
        <p:sp>
          <p:nvSpPr>
            <p:cNvPr id="69" name="Ellipse 213">
              <a:extLst>
                <a:ext uri="{FF2B5EF4-FFF2-40B4-BE49-F238E27FC236}">
                  <a16:creationId xmlns:a16="http://schemas.microsoft.com/office/drawing/2014/main" id="{753AD057-2E0D-4CC1-C904-4EACA95A8053}"/>
                </a:ext>
              </a:extLst>
            </p:cNvPr>
            <p:cNvSpPr/>
            <p:nvPr/>
          </p:nvSpPr>
          <p:spPr>
            <a:xfrm>
              <a:off x="2748722" y="4998825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0" name="Ellipse 214">
              <a:extLst>
                <a:ext uri="{FF2B5EF4-FFF2-40B4-BE49-F238E27FC236}">
                  <a16:creationId xmlns:a16="http://schemas.microsoft.com/office/drawing/2014/main" id="{E091F266-7512-4971-3085-0A802076103A}"/>
                </a:ext>
              </a:extLst>
            </p:cNvPr>
            <p:cNvSpPr/>
            <p:nvPr/>
          </p:nvSpPr>
          <p:spPr>
            <a:xfrm>
              <a:off x="2748722" y="4873923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1" name="Ellipse 215">
              <a:extLst>
                <a:ext uri="{FF2B5EF4-FFF2-40B4-BE49-F238E27FC236}">
                  <a16:creationId xmlns:a16="http://schemas.microsoft.com/office/drawing/2014/main" id="{F3520E6D-8024-9D50-CAB4-DB4EB9C0B2CB}"/>
                </a:ext>
              </a:extLst>
            </p:cNvPr>
            <p:cNvSpPr/>
            <p:nvPr/>
          </p:nvSpPr>
          <p:spPr>
            <a:xfrm>
              <a:off x="2748722" y="4749021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2" name="Ellipse 216">
              <a:extLst>
                <a:ext uri="{FF2B5EF4-FFF2-40B4-BE49-F238E27FC236}">
                  <a16:creationId xmlns:a16="http://schemas.microsoft.com/office/drawing/2014/main" id="{F453B077-10F0-2E21-F8BA-152DD916E2D3}"/>
                </a:ext>
              </a:extLst>
            </p:cNvPr>
            <p:cNvSpPr/>
            <p:nvPr/>
          </p:nvSpPr>
          <p:spPr>
            <a:xfrm>
              <a:off x="2748722" y="4624119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3" name="Ellipse 217">
              <a:extLst>
                <a:ext uri="{FF2B5EF4-FFF2-40B4-BE49-F238E27FC236}">
                  <a16:creationId xmlns:a16="http://schemas.microsoft.com/office/drawing/2014/main" id="{0A8C2CE0-1981-6602-7670-F0CE3AAD8ED4}"/>
                </a:ext>
              </a:extLst>
            </p:cNvPr>
            <p:cNvSpPr/>
            <p:nvPr/>
          </p:nvSpPr>
          <p:spPr>
            <a:xfrm>
              <a:off x="2748722" y="4499217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4" name="Ellipse 221">
              <a:extLst>
                <a:ext uri="{FF2B5EF4-FFF2-40B4-BE49-F238E27FC236}">
                  <a16:creationId xmlns:a16="http://schemas.microsoft.com/office/drawing/2014/main" id="{AC220B15-CDF7-9D64-CA40-8455BF063608}"/>
                </a:ext>
              </a:extLst>
            </p:cNvPr>
            <p:cNvSpPr/>
            <p:nvPr/>
          </p:nvSpPr>
          <p:spPr>
            <a:xfrm>
              <a:off x="3725950" y="5007216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5" name="Ellipse 222">
              <a:extLst>
                <a:ext uri="{FF2B5EF4-FFF2-40B4-BE49-F238E27FC236}">
                  <a16:creationId xmlns:a16="http://schemas.microsoft.com/office/drawing/2014/main" id="{BDE46FAB-16D2-C461-8C03-1B3669163E27}"/>
                </a:ext>
              </a:extLst>
            </p:cNvPr>
            <p:cNvSpPr/>
            <p:nvPr/>
          </p:nvSpPr>
          <p:spPr>
            <a:xfrm>
              <a:off x="3725950" y="4882314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6" name="Ellipse 223">
              <a:extLst>
                <a:ext uri="{FF2B5EF4-FFF2-40B4-BE49-F238E27FC236}">
                  <a16:creationId xmlns:a16="http://schemas.microsoft.com/office/drawing/2014/main" id="{88F638B1-21BF-FC9B-0401-1AC26F698DFA}"/>
                </a:ext>
              </a:extLst>
            </p:cNvPr>
            <p:cNvSpPr/>
            <p:nvPr/>
          </p:nvSpPr>
          <p:spPr>
            <a:xfrm>
              <a:off x="3725950" y="4757412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7" name="Ellipse 224">
              <a:extLst>
                <a:ext uri="{FF2B5EF4-FFF2-40B4-BE49-F238E27FC236}">
                  <a16:creationId xmlns:a16="http://schemas.microsoft.com/office/drawing/2014/main" id="{F076E2E9-A43A-C3B2-A1FD-D5F82E679B23}"/>
                </a:ext>
              </a:extLst>
            </p:cNvPr>
            <p:cNvSpPr/>
            <p:nvPr/>
          </p:nvSpPr>
          <p:spPr>
            <a:xfrm>
              <a:off x="3725950" y="4632510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78" name="Ellipse 225">
              <a:extLst>
                <a:ext uri="{FF2B5EF4-FFF2-40B4-BE49-F238E27FC236}">
                  <a16:creationId xmlns:a16="http://schemas.microsoft.com/office/drawing/2014/main" id="{0AD214AB-5391-2A68-D01B-AD25D07437F6}"/>
                </a:ext>
              </a:extLst>
            </p:cNvPr>
            <p:cNvSpPr/>
            <p:nvPr/>
          </p:nvSpPr>
          <p:spPr>
            <a:xfrm>
              <a:off x="3725950" y="4507608"/>
              <a:ext cx="72000" cy="72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</p:grpSp>
      <p:sp>
        <p:nvSpPr>
          <p:cNvPr id="81" name="Arrow: Down 80">
            <a:extLst>
              <a:ext uri="{FF2B5EF4-FFF2-40B4-BE49-F238E27FC236}">
                <a16:creationId xmlns:a16="http://schemas.microsoft.com/office/drawing/2014/main" id="{BFC7A290-60A7-0B21-D4DB-CC4249D5C7F9}"/>
              </a:ext>
            </a:extLst>
          </p:cNvPr>
          <p:cNvSpPr/>
          <p:nvPr/>
        </p:nvSpPr>
        <p:spPr>
          <a:xfrm>
            <a:off x="10624895" y="2409002"/>
            <a:ext cx="1036555" cy="1824203"/>
          </a:xfrm>
          <a:prstGeom prst="downArrow">
            <a:avLst/>
          </a:prstGeom>
          <a:solidFill>
            <a:srgbClr val="D1D1D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SPI</a:t>
            </a:r>
          </a:p>
        </p:txBody>
      </p:sp>
      <p:sp>
        <p:nvSpPr>
          <p:cNvPr id="82" name="Arrow: Up 81">
            <a:extLst>
              <a:ext uri="{FF2B5EF4-FFF2-40B4-BE49-F238E27FC236}">
                <a16:creationId xmlns:a16="http://schemas.microsoft.com/office/drawing/2014/main" id="{FB014F5A-B36F-82FB-B8EC-5AAB3170B608}"/>
              </a:ext>
            </a:extLst>
          </p:cNvPr>
          <p:cNvSpPr/>
          <p:nvPr/>
        </p:nvSpPr>
        <p:spPr>
          <a:xfrm>
            <a:off x="6965044" y="5310698"/>
            <a:ext cx="1283785" cy="1280152"/>
          </a:xfrm>
          <a:prstGeom prst="upArrow">
            <a:avLst>
              <a:gd name="adj1" fmla="val 58310"/>
              <a:gd name="adj2" fmla="val 51558"/>
            </a:avLst>
          </a:prstGeom>
          <a:solidFill>
            <a:srgbClr val="D1D1D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UART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8AECE5A-39E0-DDAC-4F28-E7D9EE2B82D7}"/>
              </a:ext>
            </a:extLst>
          </p:cNvPr>
          <p:cNvGrpSpPr/>
          <p:nvPr/>
        </p:nvGrpSpPr>
        <p:grpSpPr>
          <a:xfrm>
            <a:off x="8798731" y="1721880"/>
            <a:ext cx="1141507" cy="412339"/>
            <a:chOff x="2402260" y="1409882"/>
            <a:chExt cx="1141507" cy="412339"/>
          </a:xfrm>
          <a:solidFill>
            <a:srgbClr val="F4EF88"/>
          </a:solidFill>
        </p:grpSpPr>
        <p:sp>
          <p:nvSpPr>
            <p:cNvPr id="90" name="Flowchart: Direct Access Storage 89">
              <a:extLst>
                <a:ext uri="{FF2B5EF4-FFF2-40B4-BE49-F238E27FC236}">
                  <a16:creationId xmlns:a16="http://schemas.microsoft.com/office/drawing/2014/main" id="{B87FCF12-A5BF-6F1E-28FE-E56D229DE148}"/>
                </a:ext>
              </a:extLst>
            </p:cNvPr>
            <p:cNvSpPr/>
            <p:nvPr/>
          </p:nvSpPr>
          <p:spPr>
            <a:xfrm rot="10800000">
              <a:off x="2402260" y="1409882"/>
              <a:ext cx="1141507" cy="412339"/>
            </a:xfrm>
            <a:prstGeom prst="flowChartMagneticDrum">
              <a:avLst/>
            </a:prstGeom>
            <a:grp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0F1CA06-45BC-DF2A-6EF5-B1A66F0D3C68}"/>
                </a:ext>
              </a:extLst>
            </p:cNvPr>
            <p:cNvCxnSpPr>
              <a:cxnSpLocks/>
              <a:stCxn id="90" idx="3"/>
              <a:endCxn id="90" idx="1"/>
            </p:cNvCxnSpPr>
            <p:nvPr/>
          </p:nvCxnSpPr>
          <p:spPr>
            <a:xfrm>
              <a:off x="2782762" y="1616051"/>
              <a:ext cx="761005" cy="0"/>
            </a:xfrm>
            <a:prstGeom prst="straightConnector1">
              <a:avLst/>
            </a:prstGeom>
            <a:grpFill/>
            <a:ln w="38100"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46015EA8-D621-7C6D-A81D-FB4DF04AC952}"/>
              </a:ext>
            </a:extLst>
          </p:cNvPr>
          <p:cNvSpPr/>
          <p:nvPr/>
        </p:nvSpPr>
        <p:spPr>
          <a:xfrm>
            <a:off x="8880510" y="1320965"/>
            <a:ext cx="961813" cy="50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Display Info</a:t>
            </a:r>
          </a:p>
        </p:txBody>
      </p:sp>
    </p:spTree>
    <p:extLst>
      <p:ext uri="{BB962C8B-B14F-4D97-AF65-F5344CB8AC3E}">
        <p14:creationId xmlns:p14="http://schemas.microsoft.com/office/powerpoint/2010/main" val="8652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Ellinger</dc:creator>
  <cp:lastModifiedBy>Matthias Ellinger</cp:lastModifiedBy>
  <cp:revision>10</cp:revision>
  <dcterms:created xsi:type="dcterms:W3CDTF">2026-05-22T06:05:57Z</dcterms:created>
  <dcterms:modified xsi:type="dcterms:W3CDTF">2026-05-22T07:04:05Z</dcterms:modified>
</cp:coreProperties>
</file>